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4" name="Daiki K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1-10-16T11:35:57.805">
    <p:pos x="2961" y="2015"/>
    <p:text>パッと見で分かりやすくなるようにしたい
（ロゴで装飾...?)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1-10-16T11:35:57.805">
    <p:pos x="2961" y="2159"/>
    <p:text>パッと見で分かりやすくなるようにしたい
（ロゴで装飾...?)</p:text>
  </p:cm>
  <p:cm authorId="0" idx="3" dt="2021-10-28T05:20:04.111">
    <p:pos x="2961" y="2259"/>
    <p:text>Badger Capsule 以外のプロジェクトはCounterpartyのみ</p:text>
  </p:cm>
  <p:cm authorId="0" idx="4" dt="2021-10-28T07:25:11.275">
    <p:pos x="2960" y="924"/>
    <p:text>リリース日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f8e02bd3a3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f8e02bd3a3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fb8330765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fb8330765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f8e02bd3a3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f8e02bd3a3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f8e1a5563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f8e1a5563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fb833076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fb833076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f8e1a5563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f8e1a5563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f8e1a5563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f8e1a5563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f8e1a5563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f8e1a5563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f8e1a5563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f8e1a5563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hyperlink" Target="https://docs.google.com/document/d/1SVRYVyZGOESNG5waXU_4aBjLV15hWZwYM8U8XGp5H00/edit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1.xml"/><Relationship Id="rId4" Type="http://schemas.openxmlformats.org/officeDocument/2006/relationships/image" Target="../media/image5.png"/><Relationship Id="rId9" Type="http://schemas.openxmlformats.org/officeDocument/2006/relationships/image" Target="../media/image4.png"/><Relationship Id="rId5" Type="http://schemas.openxmlformats.org/officeDocument/2006/relationships/hyperlink" Target="https://xchain.io/asset/NOMOREDEFI" TargetMode="External"/><Relationship Id="rId6" Type="http://schemas.openxmlformats.org/officeDocument/2006/relationships/hyperlink" Target="https://card.mona.jp/explorer/card_detail?asset=NOMOREDEFI" TargetMode="External"/><Relationship Id="rId7" Type="http://schemas.openxmlformats.org/officeDocument/2006/relationships/hyperlink" Target="https://opensea.io/assets?search%5Bchains%5D%5B0%5D=ETHEREUM&amp;search%5Bquery%5D=NOMOREDEFI" TargetMode="External"/><Relationship Id="rId8" Type="http://schemas.openxmlformats.org/officeDocument/2006/relationships/hyperlink" Target="https://opensea.io/assets?search%5Bchains%5D%5B0%5D=MATIC&amp;search%5Bquery%5D=NOMOREDEFI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2.xml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9625" y="1008550"/>
            <a:ext cx="1188533" cy="1640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3598" y="1008550"/>
            <a:ext cx="1188533" cy="1640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4919" y="1008550"/>
            <a:ext cx="1188533" cy="1640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8892" y="1008550"/>
            <a:ext cx="1188533" cy="1640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9625" y="3007762"/>
            <a:ext cx="1188533" cy="1640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3598" y="3007762"/>
            <a:ext cx="1188533" cy="1640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4919" y="3007762"/>
            <a:ext cx="1188533" cy="1640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8892" y="3007762"/>
            <a:ext cx="1188533" cy="164043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/>
          <p:nvPr/>
        </p:nvSpPr>
        <p:spPr>
          <a:xfrm>
            <a:off x="-12300" y="602100"/>
            <a:ext cx="1599000" cy="454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35400" y="687250"/>
            <a:ext cx="1503600" cy="232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・About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・Artists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・Series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- </a:t>
            </a:r>
            <a:r>
              <a:rPr lang="ja" sz="1000"/>
              <a:t>Badger Capsule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- </a:t>
            </a:r>
            <a:r>
              <a:rPr lang="ja" sz="1000"/>
              <a:t>Memorychain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-</a:t>
            </a:r>
            <a:r>
              <a:rPr lang="ja" sz="1000"/>
              <a:t>Oasis Mining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-</a:t>
            </a:r>
            <a:r>
              <a:rPr lang="ja" sz="1000"/>
              <a:t>Japanese Rarepepe</a:t>
            </a:r>
            <a:endParaRPr sz="100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12" y="3007750"/>
            <a:ext cx="1389575" cy="2359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/>
          <p:nvPr/>
        </p:nvSpPr>
        <p:spPr>
          <a:xfrm>
            <a:off x="-12300" y="0"/>
            <a:ext cx="9144000" cy="6021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3"/>
          <p:cNvSpPr txBox="1"/>
          <p:nvPr/>
        </p:nvSpPr>
        <p:spPr>
          <a:xfrm>
            <a:off x="7703025" y="117000"/>
            <a:ext cx="11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JP / EN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208950" y="100950"/>
            <a:ext cx="97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サイト名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/>
          <p:nvPr/>
        </p:nvSpPr>
        <p:spPr>
          <a:xfrm>
            <a:off x="-12300" y="0"/>
            <a:ext cx="9144000" cy="6021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-12300" y="602100"/>
            <a:ext cx="1285500" cy="454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7703025" y="117000"/>
            <a:ext cx="11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JP / EN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208950" y="100950"/>
            <a:ext cx="97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サイト名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-12300" y="602100"/>
            <a:ext cx="1599000" cy="454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/>
          <p:nvPr/>
        </p:nvSpPr>
        <p:spPr>
          <a:xfrm>
            <a:off x="35400" y="687250"/>
            <a:ext cx="1503600" cy="232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・About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・Artists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・Series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- Badger Capsule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- </a:t>
            </a:r>
            <a:r>
              <a:rPr lang="ja" sz="1000"/>
              <a:t>Memorychain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-</a:t>
            </a:r>
            <a:r>
              <a:rPr lang="ja" sz="1000"/>
              <a:t>Oasis Mining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-</a:t>
            </a:r>
            <a:r>
              <a:rPr lang="ja" sz="1000"/>
              <a:t>Japanese Rarepepe</a:t>
            </a:r>
            <a:endParaRPr sz="1000"/>
          </a:p>
        </p:txBody>
      </p:sp>
      <p:sp>
        <p:nvSpPr>
          <p:cNvPr id="78" name="Google Shape;78;p14"/>
          <p:cNvSpPr txBox="1"/>
          <p:nvPr/>
        </p:nvSpPr>
        <p:spPr>
          <a:xfrm>
            <a:off x="6567275" y="4763025"/>
            <a:ext cx="163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/>
              <a:t>Next  &gt;&gt;</a:t>
            </a:r>
            <a:endParaRPr sz="900"/>
          </a:p>
        </p:txBody>
      </p:sp>
      <p:sp>
        <p:nvSpPr>
          <p:cNvPr id="79" name="Google Shape;79;p14"/>
          <p:cNvSpPr txBox="1"/>
          <p:nvPr/>
        </p:nvSpPr>
        <p:spPr>
          <a:xfrm>
            <a:off x="2252975" y="4763025"/>
            <a:ext cx="163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/>
              <a:t>&lt;&lt; Previous</a:t>
            </a:r>
            <a:endParaRPr sz="900"/>
          </a:p>
        </p:txBody>
      </p:sp>
      <p:sp>
        <p:nvSpPr>
          <p:cNvPr id="80" name="Google Shape;80;p14"/>
          <p:cNvSpPr txBox="1"/>
          <p:nvPr/>
        </p:nvSpPr>
        <p:spPr>
          <a:xfrm>
            <a:off x="1586700" y="131700"/>
            <a:ext cx="2133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chemeClr val="lt1"/>
                </a:solidFill>
              </a:rPr>
              <a:t>about</a:t>
            </a:r>
            <a:endParaRPr sz="1700">
              <a:solidFill>
                <a:schemeClr val="lt1"/>
              </a:solidFill>
            </a:endParaRPr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12" y="3007750"/>
            <a:ext cx="1389575" cy="2359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/>
          <p:nvPr/>
        </p:nvSpPr>
        <p:spPr>
          <a:xfrm>
            <a:off x="2405225" y="1102700"/>
            <a:ext cx="42627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- 目的・意義・使い方等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trike="sngStrike">
                <a:solidFill>
                  <a:schemeClr val="dk1"/>
                </a:solidFill>
              </a:rPr>
              <a:t>- 各シリーズの説明</a:t>
            </a:r>
            <a:endParaRPr strike="sngStrike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→各シリーズのトップ画面へ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- お問い合わせ先（テレグラムグループへ誘導）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9625" y="3236362"/>
            <a:ext cx="1188533" cy="1640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3598" y="3236362"/>
            <a:ext cx="1188533" cy="1640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4919" y="3236362"/>
            <a:ext cx="1188533" cy="1640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8892" y="3236362"/>
            <a:ext cx="1188533" cy="164043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/>
          <p:nvPr/>
        </p:nvSpPr>
        <p:spPr>
          <a:xfrm>
            <a:off x="-12300" y="602100"/>
            <a:ext cx="1599000" cy="454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35400" y="687250"/>
            <a:ext cx="1503600" cy="232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・About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・Artists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・Series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- Badger Capsule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- </a:t>
            </a:r>
            <a:r>
              <a:rPr lang="ja" sz="1000"/>
              <a:t>Memorychain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-</a:t>
            </a:r>
            <a:r>
              <a:rPr lang="ja" sz="1000"/>
              <a:t>Oasis Mining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-</a:t>
            </a:r>
            <a:r>
              <a:rPr lang="ja" sz="1000"/>
              <a:t>Japanese Rarepepe</a:t>
            </a:r>
            <a:endParaRPr sz="1000"/>
          </a:p>
        </p:txBody>
      </p:sp>
      <p:pic>
        <p:nvPicPr>
          <p:cNvPr id="93" name="Google Shape;9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12" y="3007750"/>
            <a:ext cx="1389575" cy="2359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5"/>
          <p:cNvSpPr/>
          <p:nvPr/>
        </p:nvSpPr>
        <p:spPr>
          <a:xfrm>
            <a:off x="-12300" y="0"/>
            <a:ext cx="9144000" cy="6021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 txBox="1"/>
          <p:nvPr/>
        </p:nvSpPr>
        <p:spPr>
          <a:xfrm>
            <a:off x="7703025" y="117000"/>
            <a:ext cx="11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JP / EN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208950" y="100950"/>
            <a:ext cx="97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サイト名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4413950" y="1330775"/>
            <a:ext cx="132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</a:rPr>
              <a:t>Badger Capsule</a:t>
            </a:r>
            <a:endParaRPr sz="1600"/>
          </a:p>
        </p:txBody>
      </p:sp>
      <p:pic>
        <p:nvPicPr>
          <p:cNvPr id="98" name="Google Shape;9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62825" y="728675"/>
            <a:ext cx="602100" cy="6021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3264350" y="2462550"/>
            <a:ext cx="417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1"/>
                </a:solidFill>
              </a:rPr>
              <a:t>（概要　3～5行?）</a:t>
            </a:r>
            <a:r>
              <a:rPr lang="ja" sz="1100">
                <a:solidFill>
                  <a:schemeClr val="dk1"/>
                </a:solidFill>
              </a:rPr>
              <a:t>ビットコイナー反省会の名場面をNFT化。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1"/>
                </a:solidFill>
              </a:rPr>
              <a:t>〇〇</a:t>
            </a:r>
            <a:r>
              <a:rPr lang="ja" sz="1100">
                <a:solidFill>
                  <a:schemeClr val="dk1"/>
                </a:solidFill>
              </a:rPr>
              <a:t>〇〇〇〇〇〇。</a:t>
            </a:r>
            <a:r>
              <a:rPr lang="ja" sz="1100">
                <a:solidFill>
                  <a:schemeClr val="dk1"/>
                </a:solidFill>
              </a:rPr>
              <a:t>詳細は</a:t>
            </a:r>
            <a:r>
              <a:rPr lang="ja" sz="1100" u="sng">
                <a:solidFill>
                  <a:schemeClr val="hlink"/>
                </a:solidFill>
                <a:hlinkClick r:id="rId6"/>
              </a:rPr>
              <a:t>こちら</a:t>
            </a:r>
            <a:r>
              <a:rPr lang="ja" sz="1100">
                <a:solidFill>
                  <a:schemeClr val="dk1"/>
                </a:solidFill>
              </a:rPr>
              <a:t>。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3648500" y="1640875"/>
            <a:ext cx="38409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/>
              <a:t>総</a:t>
            </a:r>
            <a:r>
              <a:rPr lang="ja" sz="1100"/>
              <a:t>アイテム数：　100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/>
              <a:t>始まった日：　2017/05～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/>
              <a:t>ブロックチェーン：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/>
              <a:t>Couterparty　</a:t>
            </a:r>
            <a:r>
              <a:rPr lang="ja" sz="1100"/>
              <a:t>Monaparty　Ethereum</a:t>
            </a:r>
            <a:r>
              <a:rPr lang="ja" sz="1100">
                <a:solidFill>
                  <a:schemeClr val="dk1"/>
                </a:solidFill>
              </a:rPr>
              <a:t>	Polygon　Symbol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1" name="Google Shape;101;p15"/>
          <p:cNvSpPr/>
          <p:nvPr/>
        </p:nvSpPr>
        <p:spPr>
          <a:xfrm>
            <a:off x="7000725" y="807375"/>
            <a:ext cx="1813200" cy="12360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各シリーズTop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1586700" y="131700"/>
            <a:ext cx="2133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lt1"/>
                </a:solidFill>
              </a:rPr>
              <a:t>Badger Capsule</a:t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/>
          <p:nvPr/>
        </p:nvSpPr>
        <p:spPr>
          <a:xfrm>
            <a:off x="-12300" y="0"/>
            <a:ext cx="9144000" cy="6021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-12300" y="602100"/>
            <a:ext cx="1285500" cy="454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7703025" y="117000"/>
            <a:ext cx="11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JP / EN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208950" y="100950"/>
            <a:ext cx="97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サイト名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-12300" y="602100"/>
            <a:ext cx="1599000" cy="454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35400" y="687250"/>
            <a:ext cx="1503600" cy="232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・About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・Artists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・Series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- Badger Capsule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- </a:t>
            </a:r>
            <a:r>
              <a:rPr lang="ja" sz="1000"/>
              <a:t>Memorychain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-</a:t>
            </a:r>
            <a:r>
              <a:rPr lang="ja" sz="1000"/>
              <a:t>Oasis Mining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-</a:t>
            </a:r>
            <a:r>
              <a:rPr lang="ja" sz="1000"/>
              <a:t>Japanese Rarepepe</a:t>
            </a:r>
            <a:endParaRPr sz="1000"/>
          </a:p>
        </p:txBody>
      </p:sp>
      <p:sp>
        <p:nvSpPr>
          <p:cNvPr id="113" name="Google Shape;113;p16"/>
          <p:cNvSpPr txBox="1"/>
          <p:nvPr/>
        </p:nvSpPr>
        <p:spPr>
          <a:xfrm>
            <a:off x="1586700" y="131700"/>
            <a:ext cx="2133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700">
                <a:solidFill>
                  <a:schemeClr val="lt1"/>
                </a:solidFill>
              </a:rPr>
              <a:t>artists</a:t>
            </a:r>
            <a:endParaRPr sz="1700">
              <a:solidFill>
                <a:schemeClr val="lt1"/>
              </a:solidFill>
            </a:endParaRPr>
          </a:p>
        </p:txBody>
      </p:sp>
      <p:pic>
        <p:nvPicPr>
          <p:cNvPr id="114" name="Google Shape;11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12" y="3007750"/>
            <a:ext cx="1389575" cy="23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9625" y="1008550"/>
            <a:ext cx="1188533" cy="1640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38950" y="1008550"/>
            <a:ext cx="1148333" cy="164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/>
          <p:nvPr/>
        </p:nvSpPr>
        <p:spPr>
          <a:xfrm>
            <a:off x="3574550" y="1139700"/>
            <a:ext cx="1546800" cy="150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6739050" y="1139700"/>
            <a:ext cx="1546800" cy="150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9625" y="3203550"/>
            <a:ext cx="1188533" cy="1640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38950" y="3203550"/>
            <a:ext cx="1148333" cy="164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/>
          <p:nvPr/>
        </p:nvSpPr>
        <p:spPr>
          <a:xfrm>
            <a:off x="3574550" y="3334700"/>
            <a:ext cx="1546800" cy="150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6739050" y="3334700"/>
            <a:ext cx="1546800" cy="150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3643425" y="1206300"/>
            <a:ext cx="111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ごっつ</a:t>
            </a:r>
            <a:endParaRPr sz="1000"/>
          </a:p>
        </p:txBody>
      </p:sp>
      <p:pic>
        <p:nvPicPr>
          <p:cNvPr id="124" name="Google Shape;124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80225" y="1488388"/>
            <a:ext cx="281200" cy="2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3643425" y="3401300"/>
            <a:ext cx="72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ごっつ</a:t>
            </a:r>
            <a:endParaRPr/>
          </a:p>
        </p:txBody>
      </p:sp>
      <p:pic>
        <p:nvPicPr>
          <p:cNvPr id="126" name="Google Shape;12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3788" y="3401300"/>
            <a:ext cx="400200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6825275" y="1206300"/>
            <a:ext cx="72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ごっつ</a:t>
            </a:r>
            <a:endParaRPr/>
          </a:p>
        </p:txBody>
      </p:sp>
      <p:pic>
        <p:nvPicPr>
          <p:cNvPr id="128" name="Google Shape;12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85638" y="1206300"/>
            <a:ext cx="400200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3628334" y="1452251"/>
            <a:ext cx="111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Twitter: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@nemkd12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/>
          <p:nvPr/>
        </p:nvSpPr>
        <p:spPr>
          <a:xfrm>
            <a:off x="4618050" y="1539350"/>
            <a:ext cx="3528300" cy="2241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4699875" y="1239750"/>
            <a:ext cx="35283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Issued: October 2021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1000">
                <a:solidFill>
                  <a:schemeClr val="dk1"/>
                </a:solidFill>
              </a:rPr>
              <a:t>Artist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BB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1000">
                <a:solidFill>
                  <a:schemeClr val="dk1"/>
                </a:solidFill>
              </a:rPr>
              <a:t>Total Supply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300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1000">
                <a:solidFill>
                  <a:schemeClr val="dk1"/>
                </a:solidFill>
              </a:rPr>
              <a:t>Description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○○○○○○○○○○○○○○○○○○○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○○○○○○○○○○○○○○○○○○○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○○○○○○○○○○○○○○○○○○○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6" name="Google Shape;13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2975" y="1161650"/>
            <a:ext cx="1833413" cy="26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/>
          <p:nvPr/>
        </p:nvSpPr>
        <p:spPr>
          <a:xfrm>
            <a:off x="-12300" y="0"/>
            <a:ext cx="9144000" cy="6021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-12300" y="602100"/>
            <a:ext cx="1285500" cy="454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4595375" y="1094675"/>
            <a:ext cx="363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600"/>
              <a:t>NOMOREDEFI</a:t>
            </a:r>
            <a:endParaRPr b="1" sz="1600"/>
          </a:p>
        </p:txBody>
      </p:sp>
      <p:sp>
        <p:nvSpPr>
          <p:cNvPr id="140" name="Google Shape;140;p17"/>
          <p:cNvSpPr txBox="1"/>
          <p:nvPr/>
        </p:nvSpPr>
        <p:spPr>
          <a:xfrm>
            <a:off x="4701651" y="3199467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1000">
                <a:solidFill>
                  <a:schemeClr val="dk1"/>
                </a:solidFill>
              </a:rPr>
              <a:t>B</a:t>
            </a:r>
            <a:r>
              <a:rPr b="1" lang="ja" sz="1000">
                <a:solidFill>
                  <a:schemeClr val="dk1"/>
                </a:solidFill>
              </a:rPr>
              <a:t>lockchain info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u="sng">
                <a:solidFill>
                  <a:schemeClr val="hlink"/>
                </a:solidFill>
                <a:hlinkClick r:id="rId5"/>
              </a:rPr>
              <a:t>Counterparty</a:t>
            </a:r>
            <a:r>
              <a:rPr lang="ja" sz="1000"/>
              <a:t>	</a:t>
            </a:r>
            <a:r>
              <a:rPr lang="ja" sz="1000" u="sng">
                <a:solidFill>
                  <a:schemeClr val="hlink"/>
                </a:solidFill>
                <a:hlinkClick r:id="rId6"/>
              </a:rPr>
              <a:t>Monaparty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u="sng">
                <a:solidFill>
                  <a:schemeClr val="hlink"/>
                </a:solidFill>
                <a:hlinkClick r:id="rId7"/>
              </a:rPr>
              <a:t>Ethereum</a:t>
            </a:r>
            <a:r>
              <a:rPr lang="ja" sz="1000"/>
              <a:t>	</a:t>
            </a:r>
            <a:r>
              <a:rPr lang="ja" sz="1000" u="sng">
                <a:solidFill>
                  <a:schemeClr val="hlink"/>
                </a:solidFill>
                <a:hlinkClick r:id="rId8"/>
              </a:rPr>
              <a:t>Polygon</a:t>
            </a:r>
            <a:r>
              <a:rPr lang="ja" sz="1000"/>
              <a:t>　</a:t>
            </a:r>
            <a:r>
              <a:rPr lang="ja" sz="1000"/>
              <a:t>Symbol</a:t>
            </a:r>
            <a:endParaRPr sz="1000"/>
          </a:p>
        </p:txBody>
      </p:sp>
      <p:sp>
        <p:nvSpPr>
          <p:cNvPr id="141" name="Google Shape;141;p17"/>
          <p:cNvSpPr txBox="1"/>
          <p:nvPr/>
        </p:nvSpPr>
        <p:spPr>
          <a:xfrm>
            <a:off x="7703025" y="117000"/>
            <a:ext cx="11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JP / EN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208950" y="100950"/>
            <a:ext cx="97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サイト名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-12300" y="602100"/>
            <a:ext cx="1599000" cy="454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35400" y="687250"/>
            <a:ext cx="1503600" cy="232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・About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・Artists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・Series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- Badger Capsule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- </a:t>
            </a:r>
            <a:r>
              <a:rPr lang="ja" sz="1000"/>
              <a:t>Memorychain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-</a:t>
            </a:r>
            <a:r>
              <a:rPr lang="ja" sz="1000"/>
              <a:t>Oasis Mining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-</a:t>
            </a:r>
            <a:r>
              <a:rPr lang="ja" sz="1000"/>
              <a:t>Japanese Rarepepe</a:t>
            </a:r>
            <a:endParaRPr sz="1000"/>
          </a:p>
        </p:txBody>
      </p:sp>
      <p:sp>
        <p:nvSpPr>
          <p:cNvPr id="145" name="Google Shape;145;p17"/>
          <p:cNvSpPr txBox="1"/>
          <p:nvPr/>
        </p:nvSpPr>
        <p:spPr>
          <a:xfrm>
            <a:off x="6567275" y="4763025"/>
            <a:ext cx="163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/>
              <a:t>Next  &gt;&gt;</a:t>
            </a:r>
            <a:endParaRPr sz="900"/>
          </a:p>
        </p:txBody>
      </p:sp>
      <p:sp>
        <p:nvSpPr>
          <p:cNvPr id="146" name="Google Shape;146;p17"/>
          <p:cNvSpPr txBox="1"/>
          <p:nvPr/>
        </p:nvSpPr>
        <p:spPr>
          <a:xfrm>
            <a:off x="2252975" y="4763025"/>
            <a:ext cx="163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/>
              <a:t>&lt;&lt; Previous</a:t>
            </a:r>
            <a:endParaRPr sz="900"/>
          </a:p>
        </p:txBody>
      </p:sp>
      <p:sp>
        <p:nvSpPr>
          <p:cNvPr id="147" name="Google Shape;147;p17"/>
          <p:cNvSpPr txBox="1"/>
          <p:nvPr/>
        </p:nvSpPr>
        <p:spPr>
          <a:xfrm>
            <a:off x="1586700" y="131700"/>
            <a:ext cx="2133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lt1"/>
                </a:solidFill>
              </a:rPr>
              <a:t>Badger Capsule</a:t>
            </a:r>
            <a:endParaRPr sz="1700">
              <a:solidFill>
                <a:schemeClr val="lt1"/>
              </a:solidFill>
            </a:endParaRPr>
          </a:p>
        </p:txBody>
      </p:sp>
      <p:pic>
        <p:nvPicPr>
          <p:cNvPr id="148" name="Google Shape;148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2412" y="3007750"/>
            <a:ext cx="1389575" cy="23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 txBox="1"/>
          <p:nvPr/>
        </p:nvSpPr>
        <p:spPr>
          <a:xfrm>
            <a:off x="4595375" y="1259235"/>
            <a:ext cx="363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600"/>
              <a:t>NOMOREDEFI</a:t>
            </a:r>
            <a:endParaRPr b="1" sz="1600"/>
          </a:p>
        </p:txBody>
      </p:sp>
      <p:sp>
        <p:nvSpPr>
          <p:cNvPr id="154" name="Google Shape;154;p18"/>
          <p:cNvSpPr/>
          <p:nvPr/>
        </p:nvSpPr>
        <p:spPr>
          <a:xfrm>
            <a:off x="4618050" y="1767950"/>
            <a:ext cx="3528300" cy="2241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4699875" y="1468350"/>
            <a:ext cx="35283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Issued</a:t>
            </a:r>
            <a:r>
              <a:rPr lang="ja" sz="1000">
                <a:solidFill>
                  <a:schemeClr val="dk1"/>
                </a:solidFill>
              </a:rPr>
              <a:t>: October 2021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1000">
                <a:solidFill>
                  <a:schemeClr val="dk1"/>
                </a:solidFill>
              </a:rPr>
              <a:t>Artist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BB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1000">
                <a:solidFill>
                  <a:schemeClr val="dk1"/>
                </a:solidFill>
              </a:rPr>
              <a:t>Total Supply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300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1000">
                <a:solidFill>
                  <a:schemeClr val="dk1"/>
                </a:solidFill>
              </a:rPr>
              <a:t>Description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○○○○○○○○○○○○○○○○○○○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○○○○○○○○○○○○○○○○○○○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○○○○○○○○○○○○○○○○○○○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6" name="Google Shape;15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2975" y="1390250"/>
            <a:ext cx="1833413" cy="26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/>
          <p:nvPr/>
        </p:nvSpPr>
        <p:spPr>
          <a:xfrm>
            <a:off x="-12300" y="0"/>
            <a:ext cx="9144000" cy="6021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-12300" y="602100"/>
            <a:ext cx="1285500" cy="454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4701651" y="3428067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1000">
                <a:solidFill>
                  <a:schemeClr val="dk1"/>
                </a:solidFill>
              </a:rPr>
              <a:t>Blockchain info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Counterparty</a:t>
            </a:r>
            <a:endParaRPr sz="1000"/>
          </a:p>
        </p:txBody>
      </p:sp>
      <p:sp>
        <p:nvSpPr>
          <p:cNvPr id="160" name="Google Shape;160;p18"/>
          <p:cNvSpPr txBox="1"/>
          <p:nvPr/>
        </p:nvSpPr>
        <p:spPr>
          <a:xfrm>
            <a:off x="7703025" y="117000"/>
            <a:ext cx="11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JP / EN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208950" y="100950"/>
            <a:ext cx="97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サイト名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-12300" y="602100"/>
            <a:ext cx="1599000" cy="454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35400" y="687250"/>
            <a:ext cx="1503600" cy="232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・About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・Artists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・Series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- Badger Capsule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- </a:t>
            </a:r>
            <a:r>
              <a:rPr lang="ja" sz="1000"/>
              <a:t>Memorychain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-</a:t>
            </a:r>
            <a:r>
              <a:rPr lang="ja" sz="1000"/>
              <a:t>Oasis Mining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1"/>
                </a:solidFill>
              </a:rPr>
              <a:t>-</a:t>
            </a:r>
            <a:r>
              <a:rPr lang="ja" sz="1000"/>
              <a:t>Japanese Rarepepe</a:t>
            </a:r>
            <a:endParaRPr sz="1000"/>
          </a:p>
        </p:txBody>
      </p:sp>
      <p:sp>
        <p:nvSpPr>
          <p:cNvPr id="164" name="Google Shape;164;p18"/>
          <p:cNvSpPr txBox="1"/>
          <p:nvPr/>
        </p:nvSpPr>
        <p:spPr>
          <a:xfrm>
            <a:off x="6567275" y="4763025"/>
            <a:ext cx="163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/>
              <a:t>Next  &gt;&gt;</a:t>
            </a:r>
            <a:endParaRPr sz="900"/>
          </a:p>
        </p:txBody>
      </p:sp>
      <p:sp>
        <p:nvSpPr>
          <p:cNvPr id="165" name="Google Shape;165;p18"/>
          <p:cNvSpPr txBox="1"/>
          <p:nvPr/>
        </p:nvSpPr>
        <p:spPr>
          <a:xfrm>
            <a:off x="2252975" y="4763025"/>
            <a:ext cx="163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/>
              <a:t>&lt;&lt; Previous</a:t>
            </a:r>
            <a:endParaRPr sz="900"/>
          </a:p>
        </p:txBody>
      </p:sp>
      <p:sp>
        <p:nvSpPr>
          <p:cNvPr id="166" name="Google Shape;166;p18"/>
          <p:cNvSpPr txBox="1"/>
          <p:nvPr/>
        </p:nvSpPr>
        <p:spPr>
          <a:xfrm>
            <a:off x="1586700" y="131700"/>
            <a:ext cx="2133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lt1"/>
                </a:solidFill>
              </a:rPr>
              <a:t>Memorychain</a:t>
            </a:r>
            <a:endParaRPr sz="1700">
              <a:solidFill>
                <a:schemeClr val="lt1"/>
              </a:solidFill>
            </a:endParaRPr>
          </a:p>
        </p:txBody>
      </p:sp>
      <p:pic>
        <p:nvPicPr>
          <p:cNvPr id="167" name="Google Shape;16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412" y="3007750"/>
            <a:ext cx="1389575" cy="23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52975" y="1390250"/>
            <a:ext cx="1833425" cy="2619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/>
          <p:nvPr/>
        </p:nvSpPr>
        <p:spPr>
          <a:xfrm>
            <a:off x="-12300" y="0"/>
            <a:ext cx="12855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